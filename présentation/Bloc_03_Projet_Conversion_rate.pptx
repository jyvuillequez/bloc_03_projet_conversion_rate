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1"/>
  </p:notesMasterIdLst>
  <p:sldIdLst>
    <p:sldId id="256" r:id="rId3"/>
    <p:sldId id="272" r:id="rId4"/>
    <p:sldId id="273" r:id="rId5"/>
    <p:sldId id="274" r:id="rId6"/>
    <p:sldId id="275" r:id="rId7"/>
    <p:sldId id="276" r:id="rId8"/>
    <p:sldId id="277" r:id="rId9"/>
    <p:sldId id="271" r:id="rId10"/>
  </p:sldIdLst>
  <p:sldSz cx="9144000" cy="5143500" type="screen16x9"/>
  <p:notesSz cx="6858000" cy="9144000"/>
  <p:embeddedFontLst>
    <p:embeddedFont>
      <p:font typeface="Inter Medium" panose="020B0604020202020204" charset="0"/>
      <p:regular r:id="rId12"/>
      <p:bold r:id="rId13"/>
      <p:italic r:id="rId14"/>
      <p:boldItalic r:id="rId15"/>
    </p:embeddedFont>
    <p:embeddedFont>
      <p:font typeface="Inter SemiBold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9EB"/>
    <a:srgbClr val="F44470"/>
    <a:srgbClr val="41545E"/>
    <a:srgbClr val="0E3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CE571-0A36-406C-8D4A-10C7A408527B}" v="56" dt="2026-02-03T16:38:54.9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86007" autoAdjust="0"/>
  </p:normalViewPr>
  <p:slideViewPr>
    <p:cSldViewPr snapToGrid="0">
      <p:cViewPr varScale="1">
        <p:scale>
          <a:sx n="135" d="100"/>
          <a:sy n="135" d="100"/>
        </p:scale>
        <p:origin x="308" y="3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Yves Vuillequez" userId="e7fac481abea6bd0" providerId="LiveId" clId="{79E365E8-22BC-4EC2-9606-9A9AC6CD1D22}"/>
    <pc:docChg chg="undo custSel addSld delSld modSld addMainMaster delMainMaster">
      <pc:chgData name="Jean-Yves Vuillequez" userId="e7fac481abea6bd0" providerId="LiveId" clId="{79E365E8-22BC-4EC2-9606-9A9AC6CD1D22}" dt="2026-02-03T16:44:30.749" v="1153" actId="20577"/>
      <pc:docMkLst>
        <pc:docMk/>
      </pc:docMkLst>
      <pc:sldChg chg="addSp modSp mod">
        <pc:chgData name="Jean-Yves Vuillequez" userId="e7fac481abea6bd0" providerId="LiveId" clId="{79E365E8-22BC-4EC2-9606-9A9AC6CD1D22}" dt="2026-02-01T10:49:42.067" v="106"/>
        <pc:sldMkLst>
          <pc:docMk/>
          <pc:sldMk cId="0" sldId="256"/>
        </pc:sldMkLst>
        <pc:spChg chg="add mod">
          <ac:chgData name="Jean-Yves Vuillequez" userId="e7fac481abea6bd0" providerId="LiveId" clId="{79E365E8-22BC-4EC2-9606-9A9AC6CD1D22}" dt="2026-02-01T10:49:11.152" v="105" actId="1038"/>
          <ac:spMkLst>
            <pc:docMk/>
            <pc:sldMk cId="0" sldId="256"/>
            <ac:spMk id="3" creationId="{124BAD35-7509-EAFD-F0C5-0C17E26060D0}"/>
          </ac:spMkLst>
        </pc:spChg>
        <pc:spChg chg="mod">
          <ac:chgData name="Jean-Yves Vuillequez" userId="e7fac481abea6bd0" providerId="LiveId" clId="{79E365E8-22BC-4EC2-9606-9A9AC6CD1D22}" dt="2026-02-01T10:49:42.067" v="10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Jean-Yves Vuillequez" userId="e7fac481abea6bd0" providerId="LiveId" clId="{79E365E8-22BC-4EC2-9606-9A9AC6CD1D22}" dt="2026-02-01T10:48:57.703" v="98" actId="14100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del mod addAnim delAnim modNotesTx">
        <pc:chgData name="Jean-Yves Vuillequez" userId="e7fac481abea6bd0" providerId="LiveId" clId="{79E365E8-22BC-4EC2-9606-9A9AC6CD1D22}" dt="2026-02-02T16:13:04.122" v="243" actId="47"/>
        <pc:sldMkLst>
          <pc:docMk/>
          <pc:sldMk cId="0" sldId="258"/>
        </pc:sldMkLst>
      </pc:sldChg>
      <pc:sldChg chg="add del">
        <pc:chgData name="Jean-Yves Vuillequez" userId="e7fac481abea6bd0" providerId="LiveId" clId="{79E365E8-22BC-4EC2-9606-9A9AC6CD1D22}" dt="2026-01-16T10:47:03.962" v="33" actId="47"/>
        <pc:sldMkLst>
          <pc:docMk/>
          <pc:sldMk cId="0" sldId="271"/>
        </pc:sldMkLst>
      </pc:sldChg>
      <pc:sldChg chg="addSp delSp modSp add mod">
        <pc:chgData name="Jean-Yves Vuillequez" userId="e7fac481abea6bd0" providerId="LiveId" clId="{79E365E8-22BC-4EC2-9606-9A9AC6CD1D22}" dt="2026-02-03T16:44:30.749" v="1153" actId="20577"/>
        <pc:sldMkLst>
          <pc:docMk/>
          <pc:sldMk cId="0" sldId="272"/>
        </pc:sldMkLst>
        <pc:spChg chg="add">
          <ac:chgData name="Jean-Yves Vuillequez" userId="e7fac481abea6bd0" providerId="LiveId" clId="{79E365E8-22BC-4EC2-9606-9A9AC6CD1D22}" dt="2026-02-02T16:04:03.132" v="159"/>
          <ac:spMkLst>
            <pc:docMk/>
            <pc:sldMk cId="0" sldId="272"/>
            <ac:spMk id="3" creationId="{69EC7EC7-70AE-B172-98DC-931EDC2972A8}"/>
          </ac:spMkLst>
        </pc:spChg>
        <pc:spChg chg="add">
          <ac:chgData name="Jean-Yves Vuillequez" userId="e7fac481abea6bd0" providerId="LiveId" clId="{79E365E8-22BC-4EC2-9606-9A9AC6CD1D22}" dt="2026-02-02T16:04:07.071" v="160"/>
          <ac:spMkLst>
            <pc:docMk/>
            <pc:sldMk cId="0" sldId="272"/>
            <ac:spMk id="4" creationId="{4A09F588-55DA-E534-BDC9-4788F643FD19}"/>
          </ac:spMkLst>
        </pc:spChg>
        <pc:spChg chg="mod">
          <ac:chgData name="Jean-Yves Vuillequez" userId="e7fac481abea6bd0" providerId="LiveId" clId="{79E365E8-22BC-4EC2-9606-9A9AC6CD1D22}" dt="2026-02-02T16:04:01.333" v="158" actId="14100"/>
          <ac:spMkLst>
            <pc:docMk/>
            <pc:sldMk cId="0" sldId="272"/>
            <ac:spMk id="5" creationId="{C9E79F0C-F757-C223-90A8-073753256F1C}"/>
          </ac:spMkLst>
        </pc:spChg>
        <pc:spChg chg="mod">
          <ac:chgData name="Jean-Yves Vuillequez" userId="e7fac481abea6bd0" providerId="LiveId" clId="{79E365E8-22BC-4EC2-9606-9A9AC6CD1D22}" dt="2026-02-02T16:03:57.491" v="157" actId="1076"/>
          <ac:spMkLst>
            <pc:docMk/>
            <pc:sldMk cId="0" sldId="272"/>
            <ac:spMk id="6" creationId="{243FF7A6-205C-44FD-4C04-67C8CD0DF557}"/>
          </ac:spMkLst>
        </pc:spChg>
        <pc:spChg chg="mod">
          <ac:chgData name="Jean-Yves Vuillequez" userId="e7fac481abea6bd0" providerId="LiveId" clId="{79E365E8-22BC-4EC2-9606-9A9AC6CD1D22}" dt="2026-02-02T16:12:32.447" v="228"/>
          <ac:spMkLst>
            <pc:docMk/>
            <pc:sldMk cId="0" sldId="272"/>
            <ac:spMk id="8" creationId="{D3D901F2-0479-03C1-9C4D-1542F14A7791}"/>
          </ac:spMkLst>
        </pc:spChg>
        <pc:spChg chg="mod">
          <ac:chgData name="Jean-Yves Vuillequez" userId="e7fac481abea6bd0" providerId="LiveId" clId="{79E365E8-22BC-4EC2-9606-9A9AC6CD1D22}" dt="2026-02-02T16:12:32.447" v="228"/>
          <ac:spMkLst>
            <pc:docMk/>
            <pc:sldMk cId="0" sldId="272"/>
            <ac:spMk id="9" creationId="{E86B944B-0AC6-8C1B-B655-51FE85D19559}"/>
          </ac:spMkLst>
        </pc:spChg>
        <pc:spChg chg="mod">
          <ac:chgData name="Jean-Yves Vuillequez" userId="e7fac481abea6bd0" providerId="LiveId" clId="{79E365E8-22BC-4EC2-9606-9A9AC6CD1D22}" dt="2026-02-02T16:12:32.447" v="228"/>
          <ac:spMkLst>
            <pc:docMk/>
            <pc:sldMk cId="0" sldId="272"/>
            <ac:spMk id="10" creationId="{15387661-5F0D-91A7-566A-CDC1103CAD47}"/>
          </ac:spMkLst>
        </pc:spChg>
        <pc:spChg chg="mod">
          <ac:chgData name="Jean-Yves Vuillequez" userId="e7fac481abea6bd0" providerId="LiveId" clId="{79E365E8-22BC-4EC2-9606-9A9AC6CD1D22}" dt="2026-02-02T16:12:32.447" v="228"/>
          <ac:spMkLst>
            <pc:docMk/>
            <pc:sldMk cId="0" sldId="272"/>
            <ac:spMk id="11" creationId="{B7BA56DF-ACB5-96AC-1B66-ACE0F51740D7}"/>
          </ac:spMkLst>
        </pc:spChg>
        <pc:spChg chg="mod">
          <ac:chgData name="Jean-Yves Vuillequez" userId="e7fac481abea6bd0" providerId="LiveId" clId="{79E365E8-22BC-4EC2-9606-9A9AC6CD1D22}" dt="2026-02-03T16:44:30.749" v="1153" actId="20577"/>
          <ac:spMkLst>
            <pc:docMk/>
            <pc:sldMk cId="0" sldId="272"/>
            <ac:spMk id="74" creationId="{9DB93DE2-52AF-624C-2521-0CBC83F1DAEA}"/>
          </ac:spMkLst>
        </pc:spChg>
        <pc:grpChg chg="add mod">
          <ac:chgData name="Jean-Yves Vuillequez" userId="e7fac481abea6bd0" providerId="LiveId" clId="{79E365E8-22BC-4EC2-9606-9A9AC6CD1D22}" dt="2026-02-02T16:12:50.788" v="231" actId="1076"/>
          <ac:grpSpMkLst>
            <pc:docMk/>
            <pc:sldMk cId="0" sldId="272"/>
            <ac:grpSpMk id="7" creationId="{22FBBE8F-0634-76B3-524A-215301EEC5AE}"/>
          </ac:grpSpMkLst>
        </pc:grpChg>
        <pc:grpChg chg="del">
          <ac:chgData name="Jean-Yves Vuillequez" userId="e7fac481abea6bd0" providerId="LiveId" clId="{79E365E8-22BC-4EC2-9606-9A9AC6CD1D22}" dt="2026-02-02T16:12:38.152" v="230" actId="21"/>
          <ac:grpSpMkLst>
            <pc:docMk/>
            <pc:sldMk cId="0" sldId="272"/>
            <ac:grpSpMk id="84" creationId="{E2A99614-8874-B199-82B5-05C2082C22CF}"/>
          </ac:grpSpMkLst>
        </pc:grpChg>
        <pc:cxnChg chg="mod">
          <ac:chgData name="Jean-Yves Vuillequez" userId="e7fac481abea6bd0" providerId="LiveId" clId="{79E365E8-22BC-4EC2-9606-9A9AC6CD1D22}" dt="2026-02-02T16:12:32.447" v="228"/>
          <ac:cxnSpMkLst>
            <pc:docMk/>
            <pc:sldMk cId="0" sldId="272"/>
            <ac:cxnSpMk id="16" creationId="{C9C23D12-455C-12D3-FE2F-F0013DF9B356}"/>
          </ac:cxnSpMkLst>
        </pc:cxnChg>
        <pc:cxnChg chg="mod">
          <ac:chgData name="Jean-Yves Vuillequez" userId="e7fac481abea6bd0" providerId="LiveId" clId="{79E365E8-22BC-4EC2-9606-9A9AC6CD1D22}" dt="2026-02-02T16:12:38.152" v="230" actId="21"/>
          <ac:cxnSpMkLst>
            <pc:docMk/>
            <pc:sldMk cId="0" sldId="272"/>
            <ac:cxnSpMk id="17" creationId="{E7C378F0-540F-EE8C-5E65-A2634082EA39}"/>
          </ac:cxnSpMkLst>
        </pc:cxnChg>
        <pc:cxnChg chg="mod">
          <ac:chgData name="Jean-Yves Vuillequez" userId="e7fac481abea6bd0" providerId="LiveId" clId="{79E365E8-22BC-4EC2-9606-9A9AC6CD1D22}" dt="2026-02-02T16:12:32.447" v="228"/>
          <ac:cxnSpMkLst>
            <pc:docMk/>
            <pc:sldMk cId="0" sldId="272"/>
            <ac:cxnSpMk id="18" creationId="{3152C454-50FC-28A9-B0A1-EDEFE33093E5}"/>
          </ac:cxnSpMkLst>
        </pc:cxnChg>
        <pc:cxnChg chg="mod">
          <ac:chgData name="Jean-Yves Vuillequez" userId="e7fac481abea6bd0" providerId="LiveId" clId="{79E365E8-22BC-4EC2-9606-9A9AC6CD1D22}" dt="2026-02-02T16:12:32.447" v="228"/>
          <ac:cxnSpMkLst>
            <pc:docMk/>
            <pc:sldMk cId="0" sldId="272"/>
            <ac:cxnSpMk id="19" creationId="{56267556-01E4-8554-D451-DCBFD1626D88}"/>
          </ac:cxnSpMkLst>
        </pc:cxnChg>
        <pc:cxnChg chg="mod">
          <ac:chgData name="Jean-Yves Vuillequez" userId="e7fac481abea6bd0" providerId="LiveId" clId="{79E365E8-22BC-4EC2-9606-9A9AC6CD1D22}" dt="2026-02-02T16:12:38.152" v="230" actId="21"/>
          <ac:cxnSpMkLst>
            <pc:docMk/>
            <pc:sldMk cId="0" sldId="272"/>
            <ac:cxnSpMk id="33" creationId="{D2131AD7-8C86-1B7B-D274-91FF7C6CFAD4}"/>
          </ac:cxnSpMkLst>
        </pc:cxnChg>
        <pc:cxnChg chg="mod">
          <ac:chgData name="Jean-Yves Vuillequez" userId="e7fac481abea6bd0" providerId="LiveId" clId="{79E365E8-22BC-4EC2-9606-9A9AC6CD1D22}" dt="2026-02-02T16:12:38.152" v="230" actId="21"/>
          <ac:cxnSpMkLst>
            <pc:docMk/>
            <pc:sldMk cId="0" sldId="272"/>
            <ac:cxnSpMk id="40" creationId="{2ED16C50-1AF6-F13B-C817-6FE324309705}"/>
          </ac:cxnSpMkLst>
        </pc:cxnChg>
      </pc:sldChg>
      <pc:sldChg chg="addSp delSp modSp add mod">
        <pc:chgData name="Jean-Yves Vuillequez" userId="e7fac481abea6bd0" providerId="LiveId" clId="{79E365E8-22BC-4EC2-9606-9A9AC6CD1D22}" dt="2026-02-03T16:36:53.048" v="1114" actId="20577"/>
        <pc:sldMkLst>
          <pc:docMk/>
          <pc:sldMk cId="1949808982" sldId="273"/>
        </pc:sldMkLst>
        <pc:spChg chg="mod">
          <ac:chgData name="Jean-Yves Vuillequez" userId="e7fac481abea6bd0" providerId="LiveId" clId="{79E365E8-22BC-4EC2-9606-9A9AC6CD1D22}" dt="2026-02-02T16:59:51.313" v="611" actId="20577"/>
          <ac:spMkLst>
            <pc:docMk/>
            <pc:sldMk cId="1949808982" sldId="273"/>
            <ac:spMk id="4" creationId="{E68FD57D-A21D-4A1D-E5BC-A166AFD04983}"/>
          </ac:spMkLst>
        </pc:spChg>
        <pc:spChg chg="mod">
          <ac:chgData name="Jean-Yves Vuillequez" userId="e7fac481abea6bd0" providerId="LiveId" clId="{79E365E8-22BC-4EC2-9606-9A9AC6CD1D22}" dt="2026-02-03T16:36:53.048" v="1114" actId="20577"/>
          <ac:spMkLst>
            <pc:docMk/>
            <pc:sldMk cId="1949808982" sldId="273"/>
            <ac:spMk id="68" creationId="{F0826EF4-BD5C-8FF3-F987-33CC9D7D7599}"/>
          </ac:spMkLst>
        </pc:spChg>
        <pc:picChg chg="add del mod">
          <ac:chgData name="Jean-Yves Vuillequez" userId="e7fac481abea6bd0" providerId="LiveId" clId="{79E365E8-22BC-4EC2-9606-9A9AC6CD1D22}" dt="2026-02-02T16:42:49.828" v="300" actId="1076"/>
          <ac:picMkLst>
            <pc:docMk/>
            <pc:sldMk cId="1949808982" sldId="273"/>
            <ac:picMk id="5" creationId="{FFD3A7E8-574A-0065-C0B0-2B1983D5B751}"/>
          </ac:picMkLst>
        </pc:picChg>
        <pc:picChg chg="add del mod">
          <ac:chgData name="Jean-Yves Vuillequez" userId="e7fac481abea6bd0" providerId="LiveId" clId="{79E365E8-22BC-4EC2-9606-9A9AC6CD1D22}" dt="2026-02-02T16:42:49.828" v="300" actId="1076"/>
          <ac:picMkLst>
            <pc:docMk/>
            <pc:sldMk cId="1949808982" sldId="273"/>
            <ac:picMk id="7" creationId="{78FC0971-8DC8-8A90-3868-064BC7FE4264}"/>
          </ac:picMkLst>
        </pc:picChg>
        <pc:picChg chg="del">
          <ac:chgData name="Jean-Yves Vuillequez" userId="e7fac481abea6bd0" providerId="LiveId" clId="{79E365E8-22BC-4EC2-9606-9A9AC6CD1D22}" dt="2026-02-02T16:17:59.367" v="245" actId="478"/>
          <ac:picMkLst>
            <pc:docMk/>
            <pc:sldMk cId="1949808982" sldId="273"/>
            <ac:picMk id="9" creationId="{E4FE4112-761B-E46C-E2ED-D901343CD1C1}"/>
          </ac:picMkLst>
        </pc:picChg>
        <pc:picChg chg="add del mod">
          <ac:chgData name="Jean-Yves Vuillequez" userId="e7fac481abea6bd0" providerId="LiveId" clId="{79E365E8-22BC-4EC2-9606-9A9AC6CD1D22}" dt="2026-02-02T16:41:36.220" v="286" actId="22"/>
          <ac:picMkLst>
            <pc:docMk/>
            <pc:sldMk cId="1949808982" sldId="273"/>
            <ac:picMk id="10" creationId="{F12B6138-6C0D-4C15-4EFD-AE60A4B93CF9}"/>
          </ac:picMkLst>
        </pc:picChg>
        <pc:picChg chg="del">
          <ac:chgData name="Jean-Yves Vuillequez" userId="e7fac481abea6bd0" providerId="LiveId" clId="{79E365E8-22BC-4EC2-9606-9A9AC6CD1D22}" dt="2026-02-02T16:17:59.367" v="245" actId="478"/>
          <ac:picMkLst>
            <pc:docMk/>
            <pc:sldMk cId="1949808982" sldId="273"/>
            <ac:picMk id="11" creationId="{2D2E5588-BF32-35DF-6EF3-8B4C3B09AF23}"/>
          </ac:picMkLst>
        </pc:picChg>
        <pc:picChg chg="del">
          <ac:chgData name="Jean-Yves Vuillequez" userId="e7fac481abea6bd0" providerId="LiveId" clId="{79E365E8-22BC-4EC2-9606-9A9AC6CD1D22}" dt="2026-02-02T16:17:59.367" v="245" actId="478"/>
          <ac:picMkLst>
            <pc:docMk/>
            <pc:sldMk cId="1949808982" sldId="273"/>
            <ac:picMk id="13" creationId="{32704BFA-C581-04A6-D276-756B9859C1AD}"/>
          </ac:picMkLst>
        </pc:picChg>
        <pc:picChg chg="add del mod">
          <ac:chgData name="Jean-Yves Vuillequez" userId="e7fac481abea6bd0" providerId="LiveId" clId="{79E365E8-22BC-4EC2-9606-9A9AC6CD1D22}" dt="2026-02-02T16:44:42.492" v="306" actId="22"/>
          <ac:picMkLst>
            <pc:docMk/>
            <pc:sldMk cId="1949808982" sldId="273"/>
            <ac:picMk id="14" creationId="{B717140F-A601-EB9C-B0D3-9BDB564681E0}"/>
          </ac:picMkLst>
        </pc:picChg>
      </pc:sldChg>
      <pc:sldChg chg="addSp delSp modSp add mod">
        <pc:chgData name="Jean-Yves Vuillequez" userId="e7fac481abea6bd0" providerId="LiveId" clId="{79E365E8-22BC-4EC2-9606-9A9AC6CD1D22}" dt="2026-02-03T16:36:58.913" v="1118" actId="20577"/>
        <pc:sldMkLst>
          <pc:docMk/>
          <pc:sldMk cId="2520763536" sldId="274"/>
        </pc:sldMkLst>
        <pc:spChg chg="mod">
          <ac:chgData name="Jean-Yves Vuillequez" userId="e7fac481abea6bd0" providerId="LiveId" clId="{79E365E8-22BC-4EC2-9606-9A9AC6CD1D22}" dt="2026-02-02T16:59:29.756" v="610" actId="20577"/>
          <ac:spMkLst>
            <pc:docMk/>
            <pc:sldMk cId="2520763536" sldId="274"/>
            <ac:spMk id="4" creationId="{90813A80-8000-0FDA-D8E9-0E9C827F1EAC}"/>
          </ac:spMkLst>
        </pc:spChg>
        <pc:spChg chg="mod">
          <ac:chgData name="Jean-Yves Vuillequez" userId="e7fac481abea6bd0" providerId="LiveId" clId="{79E365E8-22BC-4EC2-9606-9A9AC6CD1D22}" dt="2026-02-03T16:36:58.913" v="1118" actId="20577"/>
          <ac:spMkLst>
            <pc:docMk/>
            <pc:sldMk cId="2520763536" sldId="274"/>
            <ac:spMk id="68" creationId="{C3733C74-24E3-7920-AD3B-E8BFC249503D}"/>
          </ac:spMkLst>
        </pc:spChg>
        <pc:picChg chg="del">
          <ac:chgData name="Jean-Yves Vuillequez" userId="e7fac481abea6bd0" providerId="LiveId" clId="{79E365E8-22BC-4EC2-9606-9A9AC6CD1D22}" dt="2026-02-02T16:42:56.970" v="302" actId="478"/>
          <ac:picMkLst>
            <pc:docMk/>
            <pc:sldMk cId="2520763536" sldId="274"/>
            <ac:picMk id="5" creationId="{1A49A8A8-6D27-A16D-8B0F-24DFE95DEAFC}"/>
          </ac:picMkLst>
        </pc:picChg>
        <pc:picChg chg="add del mod">
          <ac:chgData name="Jean-Yves Vuillequez" userId="e7fac481abea6bd0" providerId="LiveId" clId="{79E365E8-22BC-4EC2-9606-9A9AC6CD1D22}" dt="2026-02-02T16:45:20.561" v="319" actId="21"/>
          <ac:picMkLst>
            <pc:docMk/>
            <pc:sldMk cId="2520763536" sldId="274"/>
            <ac:picMk id="6" creationId="{DA32B252-0256-1E46-B1C2-D2D703D86D2E}"/>
          </ac:picMkLst>
        </pc:picChg>
        <pc:picChg chg="del">
          <ac:chgData name="Jean-Yves Vuillequez" userId="e7fac481abea6bd0" providerId="LiveId" clId="{79E365E8-22BC-4EC2-9606-9A9AC6CD1D22}" dt="2026-02-02T16:42:56.970" v="302" actId="478"/>
          <ac:picMkLst>
            <pc:docMk/>
            <pc:sldMk cId="2520763536" sldId="274"/>
            <ac:picMk id="7" creationId="{ADA1DF02-5D35-6CD4-932F-24B1B04F31C1}"/>
          </ac:picMkLst>
        </pc:picChg>
        <pc:picChg chg="add del mod ord">
          <ac:chgData name="Jean-Yves Vuillequez" userId="e7fac481abea6bd0" providerId="LiveId" clId="{79E365E8-22BC-4EC2-9606-9A9AC6CD1D22}" dt="2026-02-02T16:45:21.891" v="320" actId="478"/>
          <ac:picMkLst>
            <pc:docMk/>
            <pc:sldMk cId="2520763536" sldId="274"/>
            <ac:picMk id="8" creationId="{0EBA0407-8C83-9DE6-3F9A-89F9E78F7207}"/>
          </ac:picMkLst>
        </pc:picChg>
        <pc:picChg chg="add mod">
          <ac:chgData name="Jean-Yves Vuillequez" userId="e7fac481abea6bd0" providerId="LiveId" clId="{79E365E8-22BC-4EC2-9606-9A9AC6CD1D22}" dt="2026-02-02T16:46:58.274" v="336" actId="14100"/>
          <ac:picMkLst>
            <pc:docMk/>
            <pc:sldMk cId="2520763536" sldId="274"/>
            <ac:picMk id="9" creationId="{DA32B252-0256-1E46-B1C2-D2D703D86D2E}"/>
          </ac:picMkLst>
        </pc:picChg>
        <pc:picChg chg="add del mod">
          <ac:chgData name="Jean-Yves Vuillequez" userId="e7fac481abea6bd0" providerId="LiveId" clId="{79E365E8-22BC-4EC2-9606-9A9AC6CD1D22}" dt="2026-02-02T16:54:55.869" v="466" actId="478"/>
          <ac:picMkLst>
            <pc:docMk/>
            <pc:sldMk cId="2520763536" sldId="274"/>
            <ac:picMk id="11" creationId="{53427F09-B619-D915-94F2-BB1E73ED828F}"/>
          </ac:picMkLst>
        </pc:picChg>
        <pc:picChg chg="add mod">
          <ac:chgData name="Jean-Yves Vuillequez" userId="e7fac481abea6bd0" providerId="LiveId" clId="{79E365E8-22BC-4EC2-9606-9A9AC6CD1D22}" dt="2026-02-02T16:55:30.371" v="475" actId="14100"/>
          <ac:picMkLst>
            <pc:docMk/>
            <pc:sldMk cId="2520763536" sldId="274"/>
            <ac:picMk id="13" creationId="{F15E5821-B646-F310-AB25-5EE15794B7F2}"/>
          </ac:picMkLst>
        </pc:picChg>
      </pc:sldChg>
      <pc:sldChg chg="delSp modSp add mod">
        <pc:chgData name="Jean-Yves Vuillequez" userId="e7fac481abea6bd0" providerId="LiveId" clId="{79E365E8-22BC-4EC2-9606-9A9AC6CD1D22}" dt="2026-02-03T16:40:43.886" v="1149" actId="14100"/>
        <pc:sldMkLst>
          <pc:docMk/>
          <pc:sldMk cId="350096336" sldId="275"/>
        </pc:sldMkLst>
        <pc:spChg chg="mod">
          <ac:chgData name="Jean-Yves Vuillequez" userId="e7fac481abea6bd0" providerId="LiveId" clId="{79E365E8-22BC-4EC2-9606-9A9AC6CD1D22}" dt="2026-02-03T16:40:43.886" v="1149" actId="14100"/>
          <ac:spMkLst>
            <pc:docMk/>
            <pc:sldMk cId="350096336" sldId="275"/>
            <ac:spMk id="5" creationId="{94984F66-4CDD-54A8-8239-A2D75C6C5A9C}"/>
          </ac:spMkLst>
        </pc:spChg>
        <pc:spChg chg="mod">
          <ac:chgData name="Jean-Yves Vuillequez" userId="e7fac481abea6bd0" providerId="LiveId" clId="{79E365E8-22BC-4EC2-9606-9A9AC6CD1D22}" dt="2026-02-03T16:19:47.038" v="1087" actId="113"/>
          <ac:spMkLst>
            <pc:docMk/>
            <pc:sldMk cId="350096336" sldId="275"/>
            <ac:spMk id="6" creationId="{93C872CE-121A-B45D-34AA-6287E96C439E}"/>
          </ac:spMkLst>
        </pc:spChg>
        <pc:spChg chg="del">
          <ac:chgData name="Jean-Yves Vuillequez" userId="e7fac481abea6bd0" providerId="LiveId" clId="{79E365E8-22BC-4EC2-9606-9A9AC6CD1D22}" dt="2026-02-03T16:05:41.525" v="1013" actId="478"/>
          <ac:spMkLst>
            <pc:docMk/>
            <pc:sldMk cId="350096336" sldId="275"/>
            <ac:spMk id="7" creationId="{DFF6D287-5BE8-BB84-3F48-D2D08FBDAEFB}"/>
          </ac:spMkLst>
        </pc:spChg>
        <pc:spChg chg="del">
          <ac:chgData name="Jean-Yves Vuillequez" userId="e7fac481abea6bd0" providerId="LiveId" clId="{79E365E8-22BC-4EC2-9606-9A9AC6CD1D22}" dt="2026-02-03T16:05:41.525" v="1013" actId="478"/>
          <ac:spMkLst>
            <pc:docMk/>
            <pc:sldMk cId="350096336" sldId="275"/>
            <ac:spMk id="8" creationId="{2E270FDB-1C95-4A69-4FF2-0CEB6BD071FB}"/>
          </ac:spMkLst>
        </pc:spChg>
        <pc:spChg chg="del mod">
          <ac:chgData name="Jean-Yves Vuillequez" userId="e7fac481abea6bd0" providerId="LiveId" clId="{79E365E8-22BC-4EC2-9606-9A9AC6CD1D22}" dt="2026-02-03T16:05:41.525" v="1013" actId="478"/>
          <ac:spMkLst>
            <pc:docMk/>
            <pc:sldMk cId="350096336" sldId="275"/>
            <ac:spMk id="10" creationId="{EA7416D4-65A3-F619-40B7-89C294F65077}"/>
          </ac:spMkLst>
        </pc:spChg>
      </pc:sldChg>
      <pc:sldChg chg="addSp delSp modSp add mod">
        <pc:chgData name="Jean-Yves Vuillequez" userId="e7fac481abea6bd0" providerId="LiveId" clId="{79E365E8-22BC-4EC2-9606-9A9AC6CD1D22}" dt="2026-02-03T16:40:31.021" v="1148" actId="20577"/>
        <pc:sldMkLst>
          <pc:docMk/>
          <pc:sldMk cId="2166643445" sldId="276"/>
        </pc:sldMkLst>
        <pc:spChg chg="mod">
          <ac:chgData name="Jean-Yves Vuillequez" userId="e7fac481abea6bd0" providerId="LiveId" clId="{79E365E8-22BC-4EC2-9606-9A9AC6CD1D22}" dt="2026-02-03T16:22:50.485" v="1090" actId="14100"/>
          <ac:spMkLst>
            <pc:docMk/>
            <pc:sldMk cId="2166643445" sldId="276"/>
            <ac:spMk id="11" creationId="{CCAFC56B-0391-D0D0-91A1-80E39855DACA}"/>
          </ac:spMkLst>
        </pc:spChg>
        <pc:spChg chg="del mod">
          <ac:chgData name="Jean-Yves Vuillequez" userId="e7fac481abea6bd0" providerId="LiveId" clId="{79E365E8-22BC-4EC2-9606-9A9AC6CD1D22}" dt="2026-02-02T17:23:42.633" v="675" actId="478"/>
          <ac:spMkLst>
            <pc:docMk/>
            <pc:sldMk cId="2166643445" sldId="276"/>
            <ac:spMk id="13" creationId="{E19003E3-280F-7E0C-2560-B968F183C4B3}"/>
          </ac:spMkLst>
        </pc:spChg>
        <pc:spChg chg="mod">
          <ac:chgData name="Jean-Yves Vuillequez" userId="e7fac481abea6bd0" providerId="LiveId" clId="{79E365E8-22BC-4EC2-9606-9A9AC6CD1D22}" dt="2026-02-02T17:17:55.868" v="657" actId="20577"/>
          <ac:spMkLst>
            <pc:docMk/>
            <pc:sldMk cId="2166643445" sldId="276"/>
            <ac:spMk id="68" creationId="{3E1FE9AF-F8BF-6D41-7238-1CD8C87E5960}"/>
          </ac:spMkLst>
        </pc:spChg>
        <pc:graphicFrameChg chg="add del mod modGraphic">
          <ac:chgData name="Jean-Yves Vuillequez" userId="e7fac481abea6bd0" providerId="LiveId" clId="{79E365E8-22BC-4EC2-9606-9A9AC6CD1D22}" dt="2026-02-03T15:53:27.209" v="999" actId="478"/>
          <ac:graphicFrameMkLst>
            <pc:docMk/>
            <pc:sldMk cId="2166643445" sldId="276"/>
            <ac:graphicFrameMk id="2" creationId="{7517B66E-54DA-E1FE-8B7F-637D80E2EECB}"/>
          </ac:graphicFrameMkLst>
        </pc:graphicFrameChg>
        <pc:graphicFrameChg chg="mod modGraphic">
          <ac:chgData name="Jean-Yves Vuillequez" userId="e7fac481abea6bd0" providerId="LiveId" clId="{79E365E8-22BC-4EC2-9606-9A9AC6CD1D22}" dt="2026-02-03T16:40:31.021" v="1148" actId="20577"/>
          <ac:graphicFrameMkLst>
            <pc:docMk/>
            <pc:sldMk cId="2166643445" sldId="276"/>
            <ac:graphicFrameMk id="3" creationId="{8413E2CF-464F-F5E1-341F-3D8E5281BBA6}"/>
          </ac:graphicFrameMkLst>
        </pc:graphicFrameChg>
        <pc:graphicFrameChg chg="del">
          <ac:chgData name="Jean-Yves Vuillequez" userId="e7fac481abea6bd0" providerId="LiveId" clId="{79E365E8-22BC-4EC2-9606-9A9AC6CD1D22}" dt="2026-02-02T17:23:45.188" v="676" actId="478"/>
          <ac:graphicFrameMkLst>
            <pc:docMk/>
            <pc:sldMk cId="2166643445" sldId="276"/>
            <ac:graphicFrameMk id="12" creationId="{96E9CAC1-4227-BB56-BF25-F3E8680718D1}"/>
          </ac:graphicFrameMkLst>
        </pc:graphicFrameChg>
      </pc:sldChg>
      <pc:sldChg chg="addSp delSp modSp add mod">
        <pc:chgData name="Jean-Yves Vuillequez" userId="e7fac481abea6bd0" providerId="LiveId" clId="{79E365E8-22BC-4EC2-9606-9A9AC6CD1D22}" dt="2026-02-03T16:35:41.758" v="1110" actId="20577"/>
        <pc:sldMkLst>
          <pc:docMk/>
          <pc:sldMk cId="611361633" sldId="277"/>
        </pc:sldMkLst>
        <pc:spChg chg="del">
          <ac:chgData name="Jean-Yves Vuillequez" userId="e7fac481abea6bd0" providerId="LiveId" clId="{79E365E8-22BC-4EC2-9606-9A9AC6CD1D22}" dt="2026-02-02T17:29:48.256" v="702" actId="478"/>
          <ac:spMkLst>
            <pc:docMk/>
            <pc:sldMk cId="611361633" sldId="277"/>
            <ac:spMk id="11" creationId="{9000B0BF-2432-C8B8-9B7B-086A030D5C36}"/>
          </ac:spMkLst>
        </pc:spChg>
        <pc:spChg chg="add mod">
          <ac:chgData name="Jean-Yves Vuillequez" userId="e7fac481abea6bd0" providerId="LiveId" clId="{79E365E8-22BC-4EC2-9606-9A9AC6CD1D22}" dt="2026-02-02T18:06:44.954" v="780" actId="14100"/>
          <ac:spMkLst>
            <pc:docMk/>
            <pc:sldMk cId="611361633" sldId="277"/>
            <ac:spMk id="14" creationId="{6A3A4161-11DF-8C4A-C6F6-6B119BFC3CDB}"/>
          </ac:spMkLst>
        </pc:spChg>
        <pc:spChg chg="add mod">
          <ac:chgData name="Jean-Yves Vuillequez" userId="e7fac481abea6bd0" providerId="LiveId" clId="{79E365E8-22BC-4EC2-9606-9A9AC6CD1D22}" dt="2026-02-03T16:35:41.758" v="1110" actId="20577"/>
          <ac:spMkLst>
            <pc:docMk/>
            <pc:sldMk cId="611361633" sldId="277"/>
            <ac:spMk id="15" creationId="{75B56715-10EA-2633-2410-5AABFFEAFA59}"/>
          </ac:spMkLst>
        </pc:spChg>
        <pc:spChg chg="mod">
          <ac:chgData name="Jean-Yves Vuillequez" userId="e7fac481abea6bd0" providerId="LiveId" clId="{79E365E8-22BC-4EC2-9606-9A9AC6CD1D22}" dt="2026-02-02T17:37:23.804" v="746" actId="20577"/>
          <ac:spMkLst>
            <pc:docMk/>
            <pc:sldMk cId="611361633" sldId="277"/>
            <ac:spMk id="68" creationId="{74D7DD58-AF04-7763-38DB-B636276598FD}"/>
          </ac:spMkLst>
        </pc:spChg>
        <pc:graphicFrameChg chg="del">
          <ac:chgData name="Jean-Yves Vuillequez" userId="e7fac481abea6bd0" providerId="LiveId" clId="{79E365E8-22BC-4EC2-9606-9A9AC6CD1D22}" dt="2026-02-02T17:29:48.256" v="702" actId="478"/>
          <ac:graphicFrameMkLst>
            <pc:docMk/>
            <pc:sldMk cId="611361633" sldId="277"/>
            <ac:graphicFrameMk id="3" creationId="{AC52741F-46D7-24B3-EF0B-C2A495C761E1}"/>
          </ac:graphicFrameMkLst>
        </pc:graphicFrameChg>
        <pc:picChg chg="add mod">
          <ac:chgData name="Jean-Yves Vuillequez" userId="e7fac481abea6bd0" providerId="LiveId" clId="{79E365E8-22BC-4EC2-9606-9A9AC6CD1D22}" dt="2026-02-03T16:35:25.801" v="1109" actId="1076"/>
          <ac:picMkLst>
            <pc:docMk/>
            <pc:sldMk cId="611361633" sldId="277"/>
            <ac:picMk id="3" creationId="{33FBCFA1-BE8F-FFBD-BFBF-F5C0BCC712DA}"/>
          </ac:picMkLst>
        </pc:picChg>
        <pc:picChg chg="add del mod">
          <ac:chgData name="Jean-Yves Vuillequez" userId="e7fac481abea6bd0" providerId="LiveId" clId="{79E365E8-22BC-4EC2-9606-9A9AC6CD1D22}" dt="2026-02-02T17:37:27.700" v="747" actId="478"/>
          <ac:picMkLst>
            <pc:docMk/>
            <pc:sldMk cId="611361633" sldId="277"/>
            <ac:picMk id="4" creationId="{546150DC-426A-0D17-513D-4E0F59DC5BAA}"/>
          </ac:picMkLst>
        </pc:picChg>
        <pc:picChg chg="add del mod">
          <ac:chgData name="Jean-Yves Vuillequez" userId="e7fac481abea6bd0" providerId="LiveId" clId="{79E365E8-22BC-4EC2-9606-9A9AC6CD1D22}" dt="2026-02-02T17:37:27.700" v="747" actId="478"/>
          <ac:picMkLst>
            <pc:docMk/>
            <pc:sldMk cId="611361633" sldId="277"/>
            <ac:picMk id="6" creationId="{3FF8A3DA-2600-B800-9F4C-F081D35B7B18}"/>
          </ac:picMkLst>
        </pc:picChg>
        <pc:picChg chg="add mod">
          <ac:chgData name="Jean-Yves Vuillequez" userId="e7fac481abea6bd0" providerId="LiveId" clId="{79E365E8-22BC-4EC2-9606-9A9AC6CD1D22}" dt="2026-02-03T16:35:25.801" v="1109" actId="1076"/>
          <ac:picMkLst>
            <pc:docMk/>
            <pc:sldMk cId="611361633" sldId="277"/>
            <ac:picMk id="8" creationId="{45A3FBBD-7727-F197-BB81-5EE5C65E2897}"/>
          </ac:picMkLst>
        </pc:picChg>
        <pc:picChg chg="add del mod">
          <ac:chgData name="Jean-Yves Vuillequez" userId="e7fac481abea6bd0" providerId="LiveId" clId="{79E365E8-22BC-4EC2-9606-9A9AC6CD1D22}" dt="2026-02-02T18:05:14.042" v="758" actId="22"/>
          <ac:picMkLst>
            <pc:docMk/>
            <pc:sldMk cId="611361633" sldId="277"/>
            <ac:picMk id="10" creationId="{C9EB2D93-B7E5-49CA-B762-81CEFB678653}"/>
          </ac:picMkLst>
        </pc:picChg>
        <pc:picChg chg="add mod">
          <ac:chgData name="Jean-Yves Vuillequez" userId="e7fac481abea6bd0" providerId="LiveId" clId="{79E365E8-22BC-4EC2-9606-9A9AC6CD1D22}" dt="2026-02-03T16:35:25.801" v="1109" actId="1076"/>
          <ac:picMkLst>
            <pc:docMk/>
            <pc:sldMk cId="611361633" sldId="277"/>
            <ac:picMk id="13" creationId="{7D7C7D80-0A7A-49C6-FAAC-83C563080403}"/>
          </ac:picMkLst>
        </pc:picChg>
      </pc:sldChg>
      <pc:sldMasterChg chg="add del addSldLayout delSldLayout">
        <pc:chgData name="Jean-Yves Vuillequez" userId="e7fac481abea6bd0" providerId="LiveId" clId="{79E365E8-22BC-4EC2-9606-9A9AC6CD1D22}" dt="2026-01-16T10:47:03.962" v="33" actId="47"/>
        <pc:sldMasterMkLst>
          <pc:docMk/>
          <pc:sldMasterMk cId="604091050" sldId="2147483660"/>
        </pc:sldMasterMkLst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69328441" sldId="2147483661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28572972" sldId="2147483662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738534442" sldId="2147483663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962870219" sldId="2147483664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254902670" sldId="2147483665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825252853" sldId="2147483666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934262042" sldId="2147483667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499876969" sldId="2147483668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012943028" sldId="2147483669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4176234486" sldId="2147483670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598435996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F4A9204-4F8C-AB50-C784-FD1FE169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B0C653C8-88B1-FDF4-2018-290B63141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B475399C-F1DA-EF1B-A691-7CF35285A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9536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C67A3DB-7B4C-AEBA-2C0B-9B1394EC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EB3AA08-E03B-0497-6A5B-820A60B1D0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62FF2EE3-45C1-7412-BCAB-EDB09D3FE0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5123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B75344D-F7CD-016D-F79A-BDEFE073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41B43CB-AB4E-C4E0-3727-BA803BD86D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69B1555-0994-32EC-2CFA-5577BD0F9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8950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4E62ADC-7B1D-A816-1897-18A7BE72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2887301-7912-9B97-83FB-BD8C38408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02D1BF4C-7B81-9EAB-E521-F10778035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410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EACAE04-82E8-1527-099F-C34807F9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A34B4D3-C420-CEDE-19F0-2A376ED833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93DB88D3-B580-1B9B-10D3-062BF42DE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0799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328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57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53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870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902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252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262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876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43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23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843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091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182215"/>
            <a:ext cx="7411679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Conversion rate challenge 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35464" y="3010605"/>
            <a:ext cx="389781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2500" dirty="0" err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Supervised</a:t>
            </a: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Machine Learning</a:t>
            </a:r>
            <a:endParaRPr sz="25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57DEF025-3287-AC4F-B3FC-747B4D27CCFE}"/>
              </a:ext>
            </a:extLst>
          </p:cNvPr>
          <p:cNvSpPr txBox="1">
            <a:spLocks/>
          </p:cNvSpPr>
          <p:nvPr/>
        </p:nvSpPr>
        <p:spPr>
          <a:xfrm>
            <a:off x="735464" y="3693307"/>
            <a:ext cx="2716396" cy="27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b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Rédacteur : </a:t>
            </a:r>
            <a:r>
              <a:rPr lang="fr-FR" sz="12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Jean-Yves Vuillequez</a:t>
            </a:r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124BAD35-7509-EAFD-F0C5-0C17E26060D0}"/>
              </a:ext>
            </a:extLst>
          </p:cNvPr>
          <p:cNvSpPr txBox="1">
            <a:spLocks/>
          </p:cNvSpPr>
          <p:nvPr/>
        </p:nvSpPr>
        <p:spPr>
          <a:xfrm>
            <a:off x="744900" y="1683667"/>
            <a:ext cx="7411679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dirty="0"/>
              <a:t>RNCP35288 CDSD</a:t>
            </a:r>
            <a:r>
              <a:rPr lang="fr-FR" sz="1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0330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Contexte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86EAA274-6C17-67CB-A10D-51EEF8179EBB}"/>
              </a:ext>
            </a:extLst>
          </p:cNvPr>
          <p:cNvSpPr/>
          <p:nvPr/>
        </p:nvSpPr>
        <p:spPr>
          <a:xfrm>
            <a:off x="617497" y="1132209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C9E79F0C-F757-C223-90A8-073753256F1C}"/>
              </a:ext>
            </a:extLst>
          </p:cNvPr>
          <p:cNvSpPr/>
          <p:nvPr/>
        </p:nvSpPr>
        <p:spPr>
          <a:xfrm>
            <a:off x="1260039" y="1129309"/>
            <a:ext cx="7200567" cy="6419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3;p3">
            <a:extLst>
              <a:ext uri="{FF2B5EF4-FFF2-40B4-BE49-F238E27FC236}">
                <a16:creationId xmlns:a16="http://schemas.microsoft.com/office/drawing/2014/main" id="{243FF7A6-205C-44FD-4C04-67C8CD0DF557}"/>
              </a:ext>
            </a:extLst>
          </p:cNvPr>
          <p:cNvSpPr txBox="1">
            <a:spLocks/>
          </p:cNvSpPr>
          <p:nvPr/>
        </p:nvSpPr>
        <p:spPr>
          <a:xfrm>
            <a:off x="1260039" y="1118439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Objectif : </a:t>
            </a:r>
            <a:r>
              <a:rPr lang="fr-FR" sz="1400" dirty="0"/>
              <a:t>prédire le comportement de conversion des visiteurs à partir de leurs données de navigation.</a:t>
            </a:r>
          </a:p>
        </p:txBody>
      </p:sp>
      <p:sp>
        <p:nvSpPr>
          <p:cNvPr id="72" name="Flèche : droite 71">
            <a:extLst>
              <a:ext uri="{FF2B5EF4-FFF2-40B4-BE49-F238E27FC236}">
                <a16:creationId xmlns:a16="http://schemas.microsoft.com/office/drawing/2014/main" id="{CC5A5943-95B8-9001-0CE5-5A0E7A057135}"/>
              </a:ext>
            </a:extLst>
          </p:cNvPr>
          <p:cNvSpPr/>
          <p:nvPr/>
        </p:nvSpPr>
        <p:spPr>
          <a:xfrm>
            <a:off x="617497" y="2150586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73" name="Google Shape;69;p3">
            <a:extLst>
              <a:ext uri="{FF2B5EF4-FFF2-40B4-BE49-F238E27FC236}">
                <a16:creationId xmlns:a16="http://schemas.microsoft.com/office/drawing/2014/main" id="{07A23F0B-B4FA-D663-D358-18B8117E674E}"/>
              </a:ext>
            </a:extLst>
          </p:cNvPr>
          <p:cNvSpPr/>
          <p:nvPr/>
        </p:nvSpPr>
        <p:spPr>
          <a:xfrm>
            <a:off x="1260039" y="2150586"/>
            <a:ext cx="7200567" cy="8614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3;p3">
            <a:extLst>
              <a:ext uri="{FF2B5EF4-FFF2-40B4-BE49-F238E27FC236}">
                <a16:creationId xmlns:a16="http://schemas.microsoft.com/office/drawing/2014/main" id="{9DB93DE2-52AF-624C-2521-0CBC83F1DAEA}"/>
              </a:ext>
            </a:extLst>
          </p:cNvPr>
          <p:cNvSpPr txBox="1">
            <a:spLocks/>
          </p:cNvSpPr>
          <p:nvPr/>
        </p:nvSpPr>
        <p:spPr>
          <a:xfrm>
            <a:off x="1260039" y="2155339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Données à disposition : </a:t>
            </a:r>
            <a:r>
              <a:rPr lang="fr-FR" sz="1400" dirty="0"/>
              <a:t>Caractéristiques utilisateur (âge, nouveau client / existant</a:t>
            </a:r>
            <a:r>
              <a:rPr lang="fr-FR" sz="1400"/>
              <a:t>), comportement </a:t>
            </a:r>
            <a:r>
              <a:rPr lang="fr-FR" sz="1400" dirty="0"/>
              <a:t>de navigation (nombre de pages visitées), acquisition (source de trafic), variable cible</a:t>
            </a:r>
          </a:p>
          <a:p>
            <a:pPr marL="114300" indent="0">
              <a:buSzPct val="100000"/>
              <a:buNone/>
            </a:pPr>
            <a:endParaRPr lang="fr-FR" sz="1400" dirty="0"/>
          </a:p>
        </p:txBody>
      </p:sp>
      <p:sp>
        <p:nvSpPr>
          <p:cNvPr id="81" name="Flèche : droite 80">
            <a:extLst>
              <a:ext uri="{FF2B5EF4-FFF2-40B4-BE49-F238E27FC236}">
                <a16:creationId xmlns:a16="http://schemas.microsoft.com/office/drawing/2014/main" id="{2DBE87AA-DC75-2572-80DE-102D18A13697}"/>
              </a:ext>
            </a:extLst>
          </p:cNvPr>
          <p:cNvSpPr/>
          <p:nvPr/>
        </p:nvSpPr>
        <p:spPr>
          <a:xfrm>
            <a:off x="617497" y="3178911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82" name="Google Shape;69;p3">
            <a:extLst>
              <a:ext uri="{FF2B5EF4-FFF2-40B4-BE49-F238E27FC236}">
                <a16:creationId xmlns:a16="http://schemas.microsoft.com/office/drawing/2014/main" id="{FC59DAA1-9B14-7026-9D1F-C0DD37590B10}"/>
              </a:ext>
            </a:extLst>
          </p:cNvPr>
          <p:cNvSpPr/>
          <p:nvPr/>
        </p:nvSpPr>
        <p:spPr>
          <a:xfrm>
            <a:off x="1260038" y="3200408"/>
            <a:ext cx="7200567" cy="14310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73;p3">
            <a:extLst>
              <a:ext uri="{FF2B5EF4-FFF2-40B4-BE49-F238E27FC236}">
                <a16:creationId xmlns:a16="http://schemas.microsoft.com/office/drawing/2014/main" id="{F6AE8A9E-2414-9AB6-018C-C685CB23EAA8}"/>
              </a:ext>
            </a:extLst>
          </p:cNvPr>
          <p:cNvSpPr txBox="1">
            <a:spLocks/>
          </p:cNvSpPr>
          <p:nvPr/>
        </p:nvSpPr>
        <p:spPr>
          <a:xfrm>
            <a:off x="1260039" y="3247454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Approche :</a:t>
            </a:r>
            <a:endParaRPr lang="fr-FR" sz="14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22FBBE8F-0634-76B3-524A-215301EEC5AE}"/>
              </a:ext>
            </a:extLst>
          </p:cNvPr>
          <p:cNvGrpSpPr/>
          <p:nvPr/>
        </p:nvGrpSpPr>
        <p:grpSpPr>
          <a:xfrm>
            <a:off x="1393184" y="3701895"/>
            <a:ext cx="6847667" cy="646331"/>
            <a:chOff x="5381622" y="5568400"/>
            <a:chExt cx="6847667" cy="646331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D3D901F2-0479-03C1-9C4D-1542F14A7791}"/>
                </a:ext>
              </a:extLst>
            </p:cNvPr>
            <p:cNvSpPr txBox="1"/>
            <p:nvPr/>
          </p:nvSpPr>
          <p:spPr>
            <a:xfrm>
              <a:off x="5381622" y="5568400"/>
              <a:ext cx="1282700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E3449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EDA </a:t>
              </a:r>
            </a:p>
            <a:p>
              <a:r>
                <a:rPr lang="fr-FR" sz="1200" dirty="0" err="1"/>
                <a:t>Preprocessing</a:t>
              </a:r>
              <a:endParaRPr lang="fr-FR" sz="1200" dirty="0"/>
            </a:p>
            <a:p>
              <a:endParaRPr lang="fr-FR" sz="1200" dirty="0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E86B944B-0AC6-8C1B-B655-51FE85D19559}"/>
                </a:ext>
              </a:extLst>
            </p:cNvPr>
            <p:cNvSpPr txBox="1"/>
            <p:nvPr/>
          </p:nvSpPr>
          <p:spPr>
            <a:xfrm>
              <a:off x="7122583" y="5572633"/>
              <a:ext cx="1581150" cy="63094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E3449"/>
              </a:solidFill>
            </a:ln>
          </p:spPr>
          <p:txBody>
            <a:bodyPr wrap="square" rtlCol="0">
              <a:spAutoFit/>
            </a:bodyPr>
            <a:lstStyle/>
            <a:p>
              <a:pPr lvl="1">
                <a:spcBef>
                  <a:spcPts val="600"/>
                </a:spcBef>
                <a:buSzPct val="100000"/>
              </a:pPr>
              <a:r>
                <a:rPr lang="fr-FR" sz="1200" dirty="0"/>
                <a:t>Baseline (</a:t>
              </a:r>
              <a:r>
                <a:rPr lang="fr-FR" sz="1200" dirty="0" err="1"/>
                <a:t>regression</a:t>
              </a:r>
              <a:r>
                <a:rPr lang="fr-FR" sz="1200" dirty="0"/>
                <a:t> logistique)</a:t>
              </a:r>
            </a:p>
            <a:p>
              <a:pPr lvl="1">
                <a:spcBef>
                  <a:spcPts val="600"/>
                </a:spcBef>
                <a:buSzPct val="100000"/>
              </a:pPr>
              <a:endParaRPr lang="fr-FR" sz="600" dirty="0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15387661-5F0D-91A7-566A-CDC1103CAD47}"/>
                </a:ext>
              </a:extLst>
            </p:cNvPr>
            <p:cNvSpPr txBox="1"/>
            <p:nvPr/>
          </p:nvSpPr>
          <p:spPr>
            <a:xfrm>
              <a:off x="9097698" y="5568400"/>
              <a:ext cx="1469487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E3449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fr-FR" sz="1200" dirty="0"/>
                <a:t>Modèles avancés  (</a:t>
              </a:r>
              <a:r>
                <a:rPr lang="fr-FR" sz="1200" dirty="0" err="1"/>
                <a:t>Random</a:t>
              </a:r>
              <a:r>
                <a:rPr lang="fr-FR" sz="1200" dirty="0"/>
                <a:t> Forest/</a:t>
              </a:r>
              <a:r>
                <a:rPr lang="fr-FR" sz="1200" dirty="0" err="1"/>
                <a:t>XGBoost</a:t>
              </a:r>
              <a:r>
                <a:rPr lang="fr-FR" sz="1200" dirty="0"/>
                <a:t>) 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B7BA56DF-ACB5-96AC-1B66-ACE0F51740D7}"/>
                </a:ext>
              </a:extLst>
            </p:cNvPr>
            <p:cNvSpPr txBox="1"/>
            <p:nvPr/>
          </p:nvSpPr>
          <p:spPr>
            <a:xfrm>
              <a:off x="10918897" y="5568400"/>
              <a:ext cx="131039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E3449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Optimisation &amp; évaluation</a:t>
              </a:r>
            </a:p>
            <a:p>
              <a:r>
                <a:rPr lang="fr-FR" sz="1200" dirty="0"/>
                <a:t> </a:t>
              </a: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C9C23D12-455C-12D3-FE2F-F0013DF9B356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6664322" y="5888104"/>
              <a:ext cx="458261" cy="346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3152C454-50FC-28A9-B0A1-EDEFE33093E5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8703733" y="5888104"/>
              <a:ext cx="393965" cy="346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56267556-01E4-8554-D451-DCBFD1626D88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10567185" y="5891566"/>
              <a:ext cx="35171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A80FB89-E2EB-CB3E-DCAA-321E5F28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0826EF4-BD5C-8FF3-F987-33CC9D7D759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EDA 1/2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01906032-60DB-3828-8236-73CC3746FA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AC44A95-D8B8-D0FE-2E8D-6BBF4F096E71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918276D2-E6DF-25B7-DBF8-F68825179B1F}"/>
              </a:ext>
            </a:extLst>
          </p:cNvPr>
          <p:cNvSpPr/>
          <p:nvPr/>
        </p:nvSpPr>
        <p:spPr>
          <a:xfrm>
            <a:off x="311700" y="4172552"/>
            <a:ext cx="8686385" cy="651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E68FD57D-A21D-4A1D-E5BC-A166AFD04983}"/>
              </a:ext>
            </a:extLst>
          </p:cNvPr>
          <p:cNvSpPr txBox="1">
            <a:spLocks/>
          </p:cNvSpPr>
          <p:nvPr/>
        </p:nvSpPr>
        <p:spPr>
          <a:xfrm>
            <a:off x="539752" y="4105972"/>
            <a:ext cx="8458333" cy="81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Le taux de conversion est très déséquilibré : </a:t>
            </a:r>
            <a:r>
              <a:rPr lang="fr-FR" sz="1000" dirty="0"/>
              <a:t>environ 3% de conversions </a:t>
            </a:r>
          </a:p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Un effet âge très marqué : </a:t>
            </a:r>
            <a:r>
              <a:rPr lang="fr-FR" sz="1000" dirty="0"/>
              <a:t>les plus jeunes convertissent significativement plus que les 45 et plus</a:t>
            </a:r>
          </a:p>
        </p:txBody>
      </p:sp>
      <p:pic>
        <p:nvPicPr>
          <p:cNvPr id="5" name="Image 4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FFD3A7E8-574A-0065-C0B0-2B1983D5B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79" y="1264913"/>
            <a:ext cx="4608732" cy="2156057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7" name="Image 6" descr="Une image contenant texte, capture d’écran, nombre, diagramme&#10;&#10;Le contenu généré par l’IA peut être incorrect.">
            <a:extLst>
              <a:ext uri="{FF2B5EF4-FFF2-40B4-BE49-F238E27FC236}">
                <a16:creationId xmlns:a16="http://schemas.microsoft.com/office/drawing/2014/main" id="{78FC0971-8DC8-8A90-3868-064BC7FE4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168" y="1264913"/>
            <a:ext cx="4621965" cy="2156057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194980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0BE2574-E850-C919-AE79-B82FB470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3733C74-24E3-7920-AD3B-E8BFC249503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EDA 2/2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6D420050-373E-74C8-58ED-B77C746024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A0878CE3-0456-0F01-74A4-74D3E67C8EC2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952D564B-B471-E5B3-7F77-F950D0710D23}"/>
              </a:ext>
            </a:extLst>
          </p:cNvPr>
          <p:cNvSpPr/>
          <p:nvPr/>
        </p:nvSpPr>
        <p:spPr>
          <a:xfrm>
            <a:off x="311700" y="4172552"/>
            <a:ext cx="8686385" cy="651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90813A80-8000-0FDA-D8E9-0E9C827F1EAC}"/>
              </a:ext>
            </a:extLst>
          </p:cNvPr>
          <p:cNvSpPr txBox="1">
            <a:spLocks/>
          </p:cNvSpPr>
          <p:nvPr/>
        </p:nvSpPr>
        <p:spPr>
          <a:xfrm>
            <a:off x="539752" y="4105972"/>
            <a:ext cx="8458333" cy="81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Un effet pays très marqué : Les </a:t>
            </a:r>
            <a:r>
              <a:rPr lang="fr-FR" sz="1000" dirty="0"/>
              <a:t>comportements de conversion varient selon le marché avec une sous représentation des conversions en Chine</a:t>
            </a:r>
          </a:p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Un effet engagement </a:t>
            </a:r>
            <a:r>
              <a:rPr lang="fr-FR" sz="1000" dirty="0"/>
              <a:t>: le taux de conversion augmente fortement avec le nombre de pages visitées </a:t>
            </a:r>
          </a:p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endParaRPr lang="fr-FR" sz="1000" dirty="0"/>
          </a:p>
        </p:txBody>
      </p:sp>
      <p:pic>
        <p:nvPicPr>
          <p:cNvPr id="9" name="Image 8" descr="Une image contenant texte, capture d’écran, nombre, diagramme&#10;&#10;Le contenu généré par l’IA peut être incorrect.">
            <a:extLst>
              <a:ext uri="{FF2B5EF4-FFF2-40B4-BE49-F238E27FC236}">
                <a16:creationId xmlns:a16="http://schemas.microsoft.com/office/drawing/2014/main" id="{DA32B252-0256-1E46-B1C2-D2D703D86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79" y="1276256"/>
            <a:ext cx="4449521" cy="2068528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13" name="Image 12" descr="Une image contenant texte, capture d’écran, nombre, Tracé&#10;&#10;Le contenu généré par l’IA peut être incorrect.">
            <a:extLst>
              <a:ext uri="{FF2B5EF4-FFF2-40B4-BE49-F238E27FC236}">
                <a16:creationId xmlns:a16="http://schemas.microsoft.com/office/drawing/2014/main" id="{F15E5821-B646-F310-AB25-5EE15794B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133" y="1276256"/>
            <a:ext cx="4469388" cy="2068528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252076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0B79F5F-BA8A-4999-1D81-3AF0FF39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F28081E-4100-19B0-5D66-6E64344E5A7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Métriques et protocole</a:t>
            </a:r>
            <a:b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</a:b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Critères d’évaluation du modèle de régression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7E929D7-ABFF-8129-7E4C-60F7AB0EDA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17F92D8-FDF7-E3AD-CCEB-3C12D879D5DF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DA0D21DE-5FC5-41D5-1100-2998D53E4409}"/>
              </a:ext>
            </a:extLst>
          </p:cNvPr>
          <p:cNvSpPr/>
          <p:nvPr/>
        </p:nvSpPr>
        <p:spPr>
          <a:xfrm>
            <a:off x="617497" y="1325110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94984F66-4CDD-54A8-8239-A2D75C6C5A9C}"/>
              </a:ext>
            </a:extLst>
          </p:cNvPr>
          <p:cNvSpPr/>
          <p:nvPr/>
        </p:nvSpPr>
        <p:spPr>
          <a:xfrm>
            <a:off x="1260039" y="1325110"/>
            <a:ext cx="7200567" cy="3114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3;p3">
            <a:extLst>
              <a:ext uri="{FF2B5EF4-FFF2-40B4-BE49-F238E27FC236}">
                <a16:creationId xmlns:a16="http://schemas.microsoft.com/office/drawing/2014/main" id="{93C872CE-121A-B45D-34AA-6287E96C439E}"/>
              </a:ext>
            </a:extLst>
          </p:cNvPr>
          <p:cNvSpPr txBox="1">
            <a:spLocks/>
          </p:cNvSpPr>
          <p:nvPr/>
        </p:nvSpPr>
        <p:spPr>
          <a:xfrm>
            <a:off x="1260039" y="1374971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200" b="1" dirty="0"/>
              <a:t>Métriques choisies :</a:t>
            </a:r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F1-score - Mesure l’équilibre entre faux positifs et faux négatifs : </a:t>
            </a:r>
            <a:r>
              <a:rPr lang="fr-FR" sz="1200" dirty="0"/>
              <a:t>Indicateur synthétique adapté aux classes déséquilibrées </a:t>
            </a:r>
          </a:p>
          <a:p>
            <a:pPr>
              <a:spcBef>
                <a:spcPts val="300"/>
              </a:spcBef>
              <a:buSzPct val="100000"/>
            </a:pPr>
            <a:endParaRPr lang="fr-FR" sz="1200" dirty="0"/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Précision – « Parmi les utilisateurs prédits convertis, combien le sont réellement ? » : </a:t>
            </a:r>
            <a:r>
              <a:rPr lang="fr-FR" sz="1200" dirty="0"/>
              <a:t>Mesure la fiabilité des prédictions positives et permet de limiter le « gaspillage marketing » (</a:t>
            </a:r>
            <a:endParaRPr lang="fr-FR" sz="1200" b="1" dirty="0"/>
          </a:p>
          <a:p>
            <a:pPr>
              <a:spcBef>
                <a:spcPts val="300"/>
              </a:spcBef>
              <a:buSzPct val="100000"/>
            </a:pPr>
            <a:endParaRPr lang="fr-FR" sz="1200" b="1" dirty="0"/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 err="1"/>
              <a:t>Recall</a:t>
            </a:r>
            <a:r>
              <a:rPr lang="fr-FR" sz="1200" b="1" dirty="0"/>
              <a:t> (sensibilité)</a:t>
            </a:r>
            <a:r>
              <a:rPr lang="fr-FR" sz="1200" dirty="0"/>
              <a:t>  - </a:t>
            </a:r>
            <a:r>
              <a:rPr lang="fr-FR" sz="1200" b="1" dirty="0"/>
              <a:t>« Parmi les vrais convertis, combien sont détectés ? » : </a:t>
            </a:r>
            <a:r>
              <a:rPr lang="fr-FR" sz="1200" dirty="0"/>
              <a:t>Mesure la capacité du modèle à identifier les opportunités de conversion sans en manquer</a:t>
            </a:r>
            <a:endParaRPr lang="fr-FR" sz="1200" b="1" dirty="0"/>
          </a:p>
          <a:p>
            <a:pPr>
              <a:spcBef>
                <a:spcPts val="300"/>
              </a:spcBef>
              <a:buSzPct val="100000"/>
            </a:pPr>
            <a:endParaRPr lang="fr-FR" sz="1200" b="1" dirty="0"/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ROC AUC</a:t>
            </a:r>
            <a:r>
              <a:rPr lang="fr-FR" sz="1200" dirty="0"/>
              <a:t> - </a:t>
            </a:r>
            <a:r>
              <a:rPr lang="fr-FR" sz="1200" b="1" dirty="0"/>
              <a:t>« Le modèle </a:t>
            </a:r>
            <a:r>
              <a:rPr lang="fr-FR" sz="1200" b="1" dirty="0" err="1"/>
              <a:t>sait-il</a:t>
            </a:r>
            <a:r>
              <a:rPr lang="fr-FR" sz="1200" b="1" dirty="0"/>
              <a:t> classer correctement les utilisateurs ? » </a:t>
            </a:r>
            <a:r>
              <a:rPr lang="fr-FR" sz="1200" dirty="0"/>
              <a:t>: Évalue la capacité globale du modèle à distinguer convertis et non-convertis</a:t>
            </a:r>
          </a:p>
        </p:txBody>
      </p:sp>
    </p:spTree>
    <p:extLst>
      <p:ext uri="{BB962C8B-B14F-4D97-AF65-F5344CB8AC3E}">
        <p14:creationId xmlns:p14="http://schemas.microsoft.com/office/powerpoint/2010/main" val="350096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6A6BDB0-C2F6-6468-6F53-B9913872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E1FE9AF-F8BF-6D41-7238-1CD8C87E596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Résultats</a:t>
            </a:r>
            <a:b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</a:b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Baseline vs </a:t>
            </a:r>
            <a:r>
              <a:rPr lang="fr-FR" sz="1600" dirty="0" err="1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Random</a:t>
            </a: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 Forest / </a:t>
            </a:r>
            <a:r>
              <a:rPr lang="fr-FR" sz="1600" dirty="0" err="1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XGBoost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E848E16-CEF6-6B6A-B09B-C7266415DF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D08589E-C285-3938-9205-119139A24000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413E2CF-464F-F5E1-341F-3D8E5281B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549430"/>
              </p:ext>
            </p:extLst>
          </p:nvPr>
        </p:nvGraphicFramePr>
        <p:xfrm>
          <a:off x="463374" y="1767412"/>
          <a:ext cx="8260639" cy="181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580">
                  <a:extLst>
                    <a:ext uri="{9D8B030D-6E8A-4147-A177-3AD203B41FA5}">
                      <a16:colId xmlns:a16="http://schemas.microsoft.com/office/drawing/2014/main" val="467522551"/>
                    </a:ext>
                  </a:extLst>
                </a:gridCol>
                <a:gridCol w="1107777">
                  <a:extLst>
                    <a:ext uri="{9D8B030D-6E8A-4147-A177-3AD203B41FA5}">
                      <a16:colId xmlns:a16="http://schemas.microsoft.com/office/drawing/2014/main" val="4215255045"/>
                    </a:ext>
                  </a:extLst>
                </a:gridCol>
                <a:gridCol w="1254502">
                  <a:extLst>
                    <a:ext uri="{9D8B030D-6E8A-4147-A177-3AD203B41FA5}">
                      <a16:colId xmlns:a16="http://schemas.microsoft.com/office/drawing/2014/main" val="378134031"/>
                    </a:ext>
                  </a:extLst>
                </a:gridCol>
                <a:gridCol w="1159130">
                  <a:extLst>
                    <a:ext uri="{9D8B030D-6E8A-4147-A177-3AD203B41FA5}">
                      <a16:colId xmlns:a16="http://schemas.microsoft.com/office/drawing/2014/main" val="478246532"/>
                    </a:ext>
                  </a:extLst>
                </a:gridCol>
                <a:gridCol w="1063759">
                  <a:extLst>
                    <a:ext uri="{9D8B030D-6E8A-4147-A177-3AD203B41FA5}">
                      <a16:colId xmlns:a16="http://schemas.microsoft.com/office/drawing/2014/main" val="1955977169"/>
                    </a:ext>
                  </a:extLst>
                </a:gridCol>
                <a:gridCol w="2728891">
                  <a:extLst>
                    <a:ext uri="{9D8B030D-6E8A-4147-A177-3AD203B41FA5}">
                      <a16:colId xmlns:a16="http://schemas.microsoft.com/office/drawing/2014/main" val="2569764412"/>
                    </a:ext>
                  </a:extLst>
                </a:gridCol>
              </a:tblGrid>
              <a:tr h="439024">
                <a:tc>
                  <a:txBody>
                    <a:bodyPr/>
                    <a:lstStyle/>
                    <a:p>
                      <a:r>
                        <a:rPr lang="fr-FR" sz="1200" dirty="0"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precision</a:t>
                      </a:r>
                      <a:endParaRPr lang="fr-FR" sz="12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recall</a:t>
                      </a:r>
                      <a:endParaRPr lang="fr-FR" sz="12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roc_auc</a:t>
                      </a:r>
                      <a:endParaRPr lang="fr-FR" sz="12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dirty="0"/>
                        <a:t>Diagnostic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34860"/>
                  </a:ext>
                </a:extLst>
              </a:tr>
              <a:tr h="374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LogReg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0.865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0.987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/>
                        <a:t>Baseline : bonne précision, peu de faux positifs</a:t>
                      </a:r>
                      <a:endParaRPr lang="fr-F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403079"/>
                  </a:ext>
                </a:extLst>
              </a:tr>
              <a:tr h="374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0.853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0.691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0.986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/>
                        <a:t>Modèle plus complexe sans gain significatif avec la </a:t>
                      </a:r>
                      <a:r>
                        <a:rPr lang="fr-FR" sz="1200" dirty="0" err="1"/>
                        <a:t>baseline</a:t>
                      </a:r>
                      <a:endParaRPr lang="fr-FR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539637"/>
                  </a:ext>
                </a:extLst>
              </a:tr>
              <a:tr h="374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XGBoost</a:t>
                      </a:r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0.769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0.853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0.700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0.986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/>
                        <a:t>Meilleur compromis global : F1 et </a:t>
                      </a:r>
                      <a:r>
                        <a:rPr lang="fr-FR" sz="1200" dirty="0" err="1"/>
                        <a:t>recall</a:t>
                      </a:r>
                      <a:r>
                        <a:rPr lang="fr-FR" sz="1200" dirty="0"/>
                        <a:t> légèrement supérieurs.</a:t>
                      </a:r>
                      <a:endParaRPr lang="fr-F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715631"/>
                  </a:ext>
                </a:extLst>
              </a:tr>
            </a:tbl>
          </a:graphicData>
        </a:graphic>
      </p:graphicFrame>
      <p:sp>
        <p:nvSpPr>
          <p:cNvPr id="11" name="Google Shape;73;p3">
            <a:extLst>
              <a:ext uri="{FF2B5EF4-FFF2-40B4-BE49-F238E27FC236}">
                <a16:creationId xmlns:a16="http://schemas.microsoft.com/office/drawing/2014/main" id="{CCAFC56B-0391-D0D0-91A1-80E39855DACA}"/>
              </a:ext>
            </a:extLst>
          </p:cNvPr>
          <p:cNvSpPr txBox="1">
            <a:spLocks/>
          </p:cNvSpPr>
          <p:nvPr/>
        </p:nvSpPr>
        <p:spPr>
          <a:xfrm>
            <a:off x="288489" y="1230504"/>
            <a:ext cx="8205062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Pipeline </a:t>
            </a:r>
            <a:r>
              <a:rPr lang="fr-FR" sz="1400" dirty="0"/>
              <a:t>: </a:t>
            </a:r>
            <a:r>
              <a:rPr lang="en-US" sz="1400" dirty="0"/>
              <a:t>Preprocessing → Feature engineering → </a:t>
            </a:r>
            <a:r>
              <a:rPr lang="en-US" sz="1400" dirty="0" err="1"/>
              <a:t>Modélisation</a:t>
            </a:r>
            <a:r>
              <a:rPr lang="en-US" sz="1400" dirty="0"/>
              <a:t> → </a:t>
            </a:r>
            <a:r>
              <a:rPr lang="en-US" sz="1400" dirty="0" err="1"/>
              <a:t>Optimisation</a:t>
            </a:r>
            <a:r>
              <a:rPr lang="en-US" sz="1400" dirty="0"/>
              <a:t> </a:t>
            </a:r>
            <a:r>
              <a:rPr lang="en-US" sz="1400" dirty="0" err="1"/>
              <a:t>hyperparamètres</a:t>
            </a:r>
            <a:endParaRPr lang="fr-FR" sz="1400" dirty="0">
              <a:solidFill>
                <a:srgbClr val="0E34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64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7B34E3D-BB84-B973-04EA-0CA2CF69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4D7DD58-AF04-7763-38DB-B636276598F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Résultats</a:t>
            </a:r>
            <a:b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</a:b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Analyse </a:t>
            </a:r>
            <a:r>
              <a:rPr lang="fr-FR" sz="1600" dirty="0" err="1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XGBoost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432E28D8-4A90-A10A-C782-F8196A7074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F56F9F2-5DE6-2860-4ED8-C87B8AA5940E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" name="Image 7" descr="Une image contenant capture d’écran, diagramme, cercle, texte&#10;&#10;Le contenu généré par l’IA peut être incorrect.">
            <a:extLst>
              <a:ext uri="{FF2B5EF4-FFF2-40B4-BE49-F238E27FC236}">
                <a16:creationId xmlns:a16="http://schemas.microsoft.com/office/drawing/2014/main" id="{45A3FBBD-7727-F197-BB81-5EE5C65E2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326" y="1260441"/>
            <a:ext cx="2307988" cy="2176296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13" name="Image 12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7D7C7D80-0A7A-49C6-FAAC-83C563080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99" y="1260441"/>
            <a:ext cx="2522196" cy="2176296"/>
          </a:xfrm>
          <a:prstGeom prst="rect">
            <a:avLst/>
          </a:prstGeom>
          <a:ln>
            <a:solidFill>
              <a:srgbClr val="E4E9EB"/>
            </a:solidFill>
          </a:ln>
        </p:spPr>
      </p:pic>
      <p:sp>
        <p:nvSpPr>
          <p:cNvPr id="14" name="Google Shape;69;p3">
            <a:extLst>
              <a:ext uri="{FF2B5EF4-FFF2-40B4-BE49-F238E27FC236}">
                <a16:creationId xmlns:a16="http://schemas.microsoft.com/office/drawing/2014/main" id="{6A3A4161-11DF-8C4A-C6F6-6B119BFC3CDB}"/>
              </a:ext>
            </a:extLst>
          </p:cNvPr>
          <p:cNvSpPr/>
          <p:nvPr/>
        </p:nvSpPr>
        <p:spPr>
          <a:xfrm>
            <a:off x="311700" y="3915607"/>
            <a:ext cx="8686385" cy="9087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73;p3">
            <a:extLst>
              <a:ext uri="{FF2B5EF4-FFF2-40B4-BE49-F238E27FC236}">
                <a16:creationId xmlns:a16="http://schemas.microsoft.com/office/drawing/2014/main" id="{75B56715-10EA-2633-2410-5AABFFEAFA59}"/>
              </a:ext>
            </a:extLst>
          </p:cNvPr>
          <p:cNvSpPr txBox="1">
            <a:spLocks/>
          </p:cNvSpPr>
          <p:nvPr/>
        </p:nvSpPr>
        <p:spPr>
          <a:xfrm>
            <a:off x="425725" y="3840147"/>
            <a:ext cx="8458333" cy="81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dirty="0"/>
              <a:t>Le modèle détecte efficacement les conversions réelles (TP = 1 286) avec quelques faux positifs (FP = 222) mais avec des faux négatifs (FN = 550), donc des utilisateurs </a:t>
            </a:r>
            <a:r>
              <a:rPr lang="fr-FR" sz="1000" b="1" dirty="0"/>
              <a:t>convertis</a:t>
            </a:r>
            <a:r>
              <a:rPr lang="fr-FR" sz="1000" dirty="0"/>
              <a:t>, mais prédits comme non convertis </a:t>
            </a:r>
            <a:r>
              <a:rPr lang="fr-FR" sz="1000" dirty="0">
                <a:sym typeface="Wingdings" panose="05000000000000000000" pitchFamily="2" charset="2"/>
              </a:rPr>
              <a:t> </a:t>
            </a:r>
            <a:r>
              <a:rPr lang="fr-FR" sz="1000" b="1" dirty="0"/>
              <a:t>Coût métier potentiellement fort</a:t>
            </a:r>
            <a:r>
              <a:rPr lang="fr-FR" sz="1000" dirty="0"/>
              <a:t> : opportunités manquées</a:t>
            </a:r>
          </a:p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dirty="0"/>
              <a:t>La distribution des prédictions reste majoritairement « non converti </a:t>
            </a:r>
            <a:r>
              <a:rPr lang="fr-FR" sz="1000" b="1" dirty="0"/>
              <a:t>» en phase avec le faible taux de conversion observé dans les données d’entraînement</a:t>
            </a:r>
          </a:p>
        </p:txBody>
      </p:sp>
      <p:pic>
        <p:nvPicPr>
          <p:cNvPr id="3" name="Image 2" descr="Une image contenant texte, capture d’écran, affichage, ligne&#10;&#10;Le contenu généré par l’IA peut être incorrect.">
            <a:extLst>
              <a:ext uri="{FF2B5EF4-FFF2-40B4-BE49-F238E27FC236}">
                <a16:creationId xmlns:a16="http://schemas.microsoft.com/office/drawing/2014/main" id="{33FBCFA1-BE8F-FFBD-BFBF-F5C0BCC712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437" y="1280551"/>
            <a:ext cx="2171112" cy="2195344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611361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39311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Merci pour votre attention</a:t>
            </a:r>
            <a:b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</a:t>
            </a:r>
            <a:r>
              <a:rPr lang="fr" sz="3600" b="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questions ?</a:t>
            </a:r>
            <a:endParaRPr sz="36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3378</TotalTime>
  <Words>428</Words>
  <Application>Microsoft Office PowerPoint</Application>
  <PresentationFormat>Affichage à l'écran (16:9)</PresentationFormat>
  <Paragraphs>59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Wingdings</vt:lpstr>
      <vt:lpstr>Inter SemiBold</vt:lpstr>
      <vt:lpstr>Arial</vt:lpstr>
      <vt:lpstr>Inter Medium</vt:lpstr>
      <vt:lpstr>Simple Light</vt:lpstr>
      <vt:lpstr>1_Simple Light</vt:lpstr>
      <vt:lpstr>Conversion rate challenge </vt:lpstr>
      <vt:lpstr>Contexte</vt:lpstr>
      <vt:lpstr>EDA 1/2</vt:lpstr>
      <vt:lpstr>EDA 2/2</vt:lpstr>
      <vt:lpstr>Métriques et protocole Critères d’évaluation du modèle de régression</vt:lpstr>
      <vt:lpstr>Résultats Baseline vs Random Forest / XGBoost</vt:lpstr>
      <vt:lpstr>Résultats Analyse XGBoost</vt:lpstr>
      <vt:lpstr>Merci pour votre attention 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Jean-Yves Vuillequez</dc:creator>
  <cp:lastModifiedBy>Jean-Yves Vuillequez</cp:lastModifiedBy>
  <cp:revision>237</cp:revision>
  <dcterms:modified xsi:type="dcterms:W3CDTF">2026-02-03T16:44:31Z</dcterms:modified>
</cp:coreProperties>
</file>